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4E2B-E8E3-2D1F-B41C-BFA40D6D5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F4DAE-0FEA-FAFA-B4BB-071ECA5D2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FD175-069D-CB79-6BAD-F81BC8DB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F1CD4-6018-2695-C8E3-428634DF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8DB3-20EF-7DB2-818D-AD5C6D80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3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7715-EA34-EDC6-8123-69AD7E84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1A7DD-8037-6D1F-B364-82296B59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20759-CABF-0923-7C5A-74906843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139D-48F7-4B2F-8592-5DF2E99F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AF992-A15E-1893-0D23-4D5DB9C1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31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29D7-0777-2C21-646C-7A53C6F1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597E3-6CE6-B255-BF7E-6D0F426F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61BBB-75A3-8C56-A01B-1E842939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58628-202A-AA5C-3677-4AFB71BB1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11409-5F0B-A3A1-B1CA-BCA8197E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2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A0410-66B6-AEE6-F874-C22DFEFE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663A4-002C-6958-D72E-1353E3C7F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5CFA1-452A-6DB4-F0D0-113CA382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C989-AA6E-6536-F7FE-DDA60CD8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FA702-1644-754D-8BB1-0B3A548A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9258-C532-F4FC-C24E-A386E20E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976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32883-F42E-3F30-8C30-7258EBE9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F13EA-A102-E9B5-4495-51C5AE682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2E68B-72A3-A79C-FBBA-6E148B8C6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3ADDA-9D6C-A5BD-5096-F6A295370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A7DB7-FD05-BBAA-7F8C-0E4775ED4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77ED26-9868-73C1-3537-EA84FDB4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F8AE5-BFA9-CD89-DC4B-6CA867CB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99572-923D-038D-A9F2-67F26C58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37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EBDD-86A5-2B98-8DBD-590C5AC9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2581C8-6826-1B4B-A30D-AF98F621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A3E8D-3D41-DB5C-288F-258353A8C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BAFA3-B39C-AEB8-A1D3-70462FDC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2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E2BF9-D725-FB33-E4F0-CE941C10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C3B9E-6AAB-C3BA-8F9B-E70B60BC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E01BC-54DE-2C48-8552-94727E21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36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60AF-FB79-9D27-6CE8-088F5C70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11D3-AE79-3D9C-7812-38AB189C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9C486-1496-7FD0-C1A7-13B660CC7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1ADF-1ECB-AA5C-D947-7465E977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C590F-F884-A51F-3D43-CEDB40CA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1B73F-70A8-681E-DA33-CC18CC27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2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526B-0D82-9BF0-C484-FDAF7EB2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DF198-6210-1243-7B13-821EDA945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C12B5-1362-C611-DA2B-BDDAC9490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35DE1-57ED-DA22-F380-9E1FF53F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411CC-57A0-2DB1-FD4D-A9098138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342CF-A472-4ACA-21D8-709E5766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5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70F8-C8CA-931A-85FF-79DB2F9D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31B97-1EC9-DFA5-8929-26F529490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45D4-297E-A546-B892-42E73307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2F373-46EE-7CD0-3FD2-8DA05BE4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F14E4-288F-3FCE-0582-75D3255C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52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B6D1F-CCA3-1E6C-BDD3-6056DD576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1A8BA-9B85-CF1E-2330-CC7C4FC20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A3EAF-AAC1-6CA8-62AD-3B13049CA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C430-FC01-5E9C-24EE-9042343C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61AC6-B605-CD18-C4B4-B849593E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0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E89D7-C85C-F46A-2070-7CF4E003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8838F-863F-3206-831D-A6128D1D7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2503-316C-B04A-63F4-02B442858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BB22E-07B9-4740-9F5B-6DD362D4D7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F690-8AD6-C622-1DF5-74A78BE8D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8A6AE-ADD5-5CBE-FD28-837AD0CB5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B1CE9-D02E-46A0-A9AF-27B13D186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1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3C81-4413-3C0E-68D1-877DD9211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Weather and AQI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FD248-E14B-AD35-8C3D-3B283F294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2C1B246C-8244-E661-D664-1C8815CBFF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27956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2C1B246C-8244-E661-D664-1C8815CBFF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31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06A160B-7C71-4477-A015-FE61D0B7A664}">
  <we:reference id="wa200003233" version="2.0.0.3" store="en-US" storeType="OMEX"/>
  <we:alternateReferences>
    <we:reference id="WA200003233" version="2.0.0.3" store="" storeType="OMEX"/>
  </we:alternateReferences>
  <we:properties>
    <we:property name="embedUrl" value="&quot;/reportEmbed?reportId=3f5acbbb-06a0-4c49-b586-856de7c94a1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ookmark" value="&quot;H4sIAAAAAAAAA21QwW7CMAz9lcnnaiqUtpQju04TEhMXxMGkbpWRJlGSojHEv89uJ22H5ZDYLy/vOe8OrY7e4O0NB4INbJ27DBguT2vIwM4YFotV3XSqrbuu7FZYNHnNt84n7WyEzR0Shp7SQccRjQgxeDxlgMbssJeuQxMpA08hOotGf9FM5qsURnpkQJ/euIAiuU+YSGSvTOeeR1g8F+yIKukr7UmlGV2qusIl5c0Z20KVlSpKxbQ4E6bJ/qWI9GT/4mxCbdlGsLxs1tRW5xyX63LVVKqmVvCobW9+Bv59+37zEo4e+IeSxvmDbUXnMa2/CAzE+UjhxhQ9Ktqh5f54Bx8ch5I0TTwOAW07u3Id5HzVicJsfEAziueUJkw2J9m+ARd4SZ/FAQAA&quot;"/>
    <we:property name="datasetId" value="&quot;d63a4fd5-24ed-4b76-a5fd-36b2ec6326d0&quot;"/>
    <we:property name="pageName" value="&quot;2c76a2e09bad3c56c35c&quot;"/>
    <we:property name="reportUrl" value="&quot;/groups/me/reports/3f5acbbb-06a0-4c49-b586-856de7c94a12/2c76a2e09bad3c56c35c?pbi_source=storytelling_addin&quot;"/>
    <we:property name="reportName" value="&quot;Weather and AQI Report&quot;"/>
    <we:property name="reportState" value="&quot;CONNECTED&quot;"/>
    <we:property name="pageDisplayName" value="&quot;Home Page&quot;"/>
    <we:property name="backgroundColor" value="&quot;#FFFFFF&quot;"/>
    <we:property name="initialStateBookmark" value="&quot;H4sIAAAAAAAAA4VQy07DMBD8FbTnCJWWpI9bQZxKH6Kol6pCG2epTB07sp2KUvXf2XUqwQEJH2zveHZmPWeodGgMnhZYE0zgwblDjf5wM4IM7BVbLmfz6cvsbTGdPzHsmqidDTA5Q0S/p7jRoUUjCgxudxmgMSvcS/WOJlAGDfngLBr9RR2Zn6Jv6ZIBfTbGeRTJdcRIIntkOtfsfXc7YEdUUR9pTSp2aF8NC+xTb1xiNVB5oQa5YlroCGmyPykinewfnY2oLdsI1svHI6qKsof9UX4/LtSQKsGDtntzHfin9/XUSCq65h9KGuUH24rOJa3fCNTE+cjFtTE0qGiFluvtGRrvOJSoKfE4BLRV58p3L+ezjuQ74w2aVjxTmpBMeBZdGvqnQTKGNNZOtm9dSmkh7gEAAA==&quot;"/>
    <we:property name="isFiltersActionButtonVisible" value="true"/>
    <we:property name="isVisualContainerHeaderHidden" value="false"/>
    <we:property name="reportEmbeddedTime" value="&quot;2026-05-09T05:10:18.629Z&quot;"/>
    <we:property name="creatorTenantId" value="&quot;2667c043-ef43-451b-9007-6fb74079cc8c&quot;"/>
    <we:property name="creatorUserId" value="&quot;10032005C446495D&quot;"/>
    <we:property name="creatorSessionId" value="&quot;a8b862ff-f73d-49d2-9abe-dfee35fe1fdf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Weather and AQI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Darshana Shrivardhankar</dc:creator>
  <cp:lastModifiedBy>Darshana Shrivardhankar</cp:lastModifiedBy>
  <cp:revision>1</cp:revision>
  <dcterms:created xsi:type="dcterms:W3CDTF">2026-05-09T05:10:56Z</dcterms:created>
  <dcterms:modified xsi:type="dcterms:W3CDTF">2026-05-09T05:11:03Z</dcterms:modified>
</cp:coreProperties>
</file>